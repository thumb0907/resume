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43d54e47-0746-e602-ef29-6a627db5d9ff}">
          <p14:sldIdLst>
            <p14:sldId id="256"/>
          </p14:sldIdLst>
        </p14:section>
        <p14:section name="프로필" id="{3f27566a-fb32-b631-4277-40aa00fd381b}">
          <p14:sldIdLst>
            <p14:sldId id="257"/>
          </p14:sldIdLst>
        </p14:section>
        <p14:section name="프로젝트" id="{c6f44f47-bbc7-adbe-100b-b04157174fd4}">
          <p14:sldIdLst>
            <p14:sldId id="258"/>
          </p14:sldIdLst>
        </p14:section>
        <p14:section name="스마트팜" id="{dfbeabc4-24d7-a456-b166-7b82769a711e}">
          <p14:sldIdLst>
            <p14:sldId id="259"/>
            <p14:sldId id="260"/>
            <p14:sldId id="261"/>
          </p14:sldIdLst>
        </p14:section>
        <p14:section name="철근 결속" id="{9ac153a0-55f6-8e72-1432-dde5cb2f78c3}">
          <p14:sldIdLst>
            <p14:sldId id="262"/>
          </p14:sldIdLst>
        </p14:section>
        <p14:section name="지뢰탐지" id="{96b711e6-7c72-a0f3-eb39-77ec78cad299}">
          <p14:sldIdLst>
            <p14:sldId id="263"/>
          </p14:sldIdLst>
        </p14:section>
        <p14:section name="전공" id="{a9d7cb24-2c84-d3c3-85c9-69e4543a5924}">
          <p14:sldIdLst>
            <p14:sldId id="264"/>
          </p14:sldIdLst>
        </p14:section>
        <p14:section name="수상·학술" id="{46154064-5080-d03c-9f5b-31aef3642e8c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22222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22222"/>
                </a:solidFill>
                <a:latin typeface="+mn-lt"/>
              </a:rPr>
              <a:t>학기별 평점 (4.5 만점)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학기 평점</c:v>
                </c:pt>
              </c:strCache>
            </c:strRef>
          </c:tx>
          <c:spPr>
            <a:solidFill>
              <a:srgbClr val="2F4A66"/>
            </a:solidFill>
            <a:ln w="38100" cap="flat">
              <a:solidFill>
                <a:srgbClr val="2F4A66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222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F4A66"/>
              </a:solidFill>
              <a:ln w="9525" cap="flat">
                <a:solidFill>
                  <a:srgbClr val="2F4A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21-1</c:v>
                  </c:pt>
                  <c:pt idx="1">
                    <c:v>23-2</c:v>
                  </c:pt>
                  <c:pt idx="2">
                    <c:v>24-1</c:v>
                  </c:pt>
                  <c:pt idx="3">
                    <c:v>24-2</c:v>
                  </c:pt>
                  <c:pt idx="4">
                    <c:v>25-1</c:v>
                  </c:pt>
                  <c:pt idx="5">
                    <c:v>25-2</c:v>
                  </c:pt>
                  <c:pt idx="6">
                    <c:v>26-1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2.39</c:v>
                </c:pt>
                <c:pt idx="1">
                  <c:v>3.61</c:v>
                </c:pt>
                <c:pt idx="2">
                  <c:v>3.65</c:v>
                </c:pt>
                <c:pt idx="3">
                  <c:v>3.95</c:v>
                </c:pt>
                <c:pt idx="4">
                  <c:v>3.92</c:v>
                </c:pt>
                <c:pt idx="5">
                  <c:v>3.95</c:v>
                </c:pt>
                <c:pt idx="6">
                  <c:v>4.25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222222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4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5"/>
          <c:min val="2"/>
        </c:scaling>
        <c:delete val="0"/>
        <c:axPos val="l"/>
        <c:majorGridlines>
          <c:spPr>
            <a:ln w="6350" cap="flat">
              <a:solidFill>
                <a:srgbClr val="DCE0E5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4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제목</a:t>
            </a: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이태훈  |  전장·제어 / 장비 SW 포트폴리오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제목</a:t>
            </a: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PORTFOLIO  ·  전장·제어 / 장비 SW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0116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이태훈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108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</a:rPr>
              <a:t>상위 명령부터 하위 구동부까지, 장비 제어 흐름을 다루는 엔지니어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4480560"/>
            <a:ext cx="502920" cy="5029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45262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명령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40280" y="4732020"/>
            <a:ext cx="50292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34640" y="4480560"/>
            <a:ext cx="502920" cy="5029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3464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45262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통신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51960" y="4732020"/>
            <a:ext cx="50292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846320" y="4480560"/>
            <a:ext cx="502920" cy="5029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45262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제어기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63640" y="4732020"/>
            <a:ext cx="50292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4480560"/>
            <a:ext cx="502920" cy="5029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0" y="45262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구동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852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한국공학대학교 메카트로닉스공학과  ·  2027.02 졸업예정</a:t>
            </a:r>
            <a:endParaRPr lang="en-US" sz="1400" dirty="0"/>
          </a:p>
        </p:txBody>
      </p:sp>
      <p:sp>
        <p:nvSpPr>
          <p:cNvPr id="21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프로필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577840" cy="48920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사진 자리"/>
          <p:cNvSpPr/>
          <p:nvPr/>
        </p:nvSpPr>
        <p:spPr>
          <a:xfrm>
            <a:off x="777240" y="1554480"/>
            <a:ext cx="123444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1234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사진 추가 영역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증명사진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240280" y="1600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이태훈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2240280" y="21031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010-9024-3930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lthsty79@gmail.com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github.com/thumb0907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8328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학력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783080" y="3383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한국공학대 메카트로닉스공학과 (2027.02 졸업예정)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7856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부전공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378561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지능형로봇전공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18795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전공트랙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783080" y="41879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반도체공정시스템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59028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성적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783080" y="45902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전체 3.67 / 전공 3.82 (4.5 만점)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992624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자격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783080" y="49926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전기기사 필기 합격 (2026.08), 운전면허 1종 보통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3949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어학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783080" y="5394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OPIc 영어 IM1 (2026.01)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579729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병역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783080" y="57972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육군 병장 만기제대 (2021.09–2023.03)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0" y="1325880"/>
            <a:ext cx="1600200" cy="16002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0" y="14630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5</a:t>
            </a:r>
            <a:endParaRPr lang="en-US" sz="36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22860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수상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183880" y="1325880"/>
            <a:ext cx="1600200" cy="16002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183880" y="14630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2</a:t>
            </a:r>
            <a:endParaRPr lang="en-US" sz="3600" dirty="0"/>
          </a:p>
        </p:txBody>
      </p:sp>
      <p:sp>
        <p:nvSpPr>
          <p:cNvPr id="27" name="Text 25"/>
          <p:cNvSpPr txBox="1"/>
          <p:nvPr/>
        </p:nvSpPr>
        <p:spPr>
          <a:xfrm>
            <a:off x="8183880" y="22860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학회 발표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966960" y="1325880"/>
            <a:ext cx="1600200" cy="16002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966960" y="14630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3.82</a:t>
            </a:r>
            <a:endParaRPr lang="en-US" sz="3600" dirty="0"/>
          </a:p>
        </p:txBody>
      </p:sp>
      <p:sp>
        <p:nvSpPr>
          <p:cNvPr id="30" name="Text 28"/>
          <p:cNvSpPr txBox="1"/>
          <p:nvPr/>
        </p:nvSpPr>
        <p:spPr>
          <a:xfrm>
            <a:off x="9966960" y="22860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전공 평점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0" y="32461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사용 툴 · 장비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400800" y="3749040"/>
            <a:ext cx="2514600" cy="4572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0" y="37490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 / C++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052560" y="3749040"/>
            <a:ext cx="2514600" cy="4572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052560" y="37490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Python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400800" y="4370832"/>
            <a:ext cx="2514600" cy="4572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0" y="437083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STM32CubeIDE (HAL)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9052560" y="4370832"/>
            <a:ext cx="2514600" cy="4572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052560" y="437083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ROS2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400800" y="4992624"/>
            <a:ext cx="2514600" cy="4572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00800" y="499262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Raspberry Pi 5 (Ubuntu)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9052560" y="4992624"/>
            <a:ext cx="2514600" cy="4572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052560" y="499262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Arduino IDE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400800" y="5614416"/>
            <a:ext cx="2514600" cy="4572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400800" y="561441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Git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9052560" y="5614416"/>
            <a:ext cx="2514600" cy="4572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052560" y="561441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DMM (멀티미터)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프로젝트 한눈에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20440" cy="48920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54480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06040" y="1645920"/>
            <a:ext cx="1234440" cy="36576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06040" y="16459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대표 프로젝트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860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자동화 아쿠아포닉스 스마트팜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718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졸업작품 · 2025.04 – 2026.12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5204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내 역할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8404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PC–라즈베리파이–STM32 통신, 직교로봇·컨베이어 펌웨어, 배선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6634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성과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98348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한이음 장려상, WE-Meet 우수상, 지능형로봇 아이디어 경진대회 은상, ICROS 학부생논문상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25112" y="1325880"/>
            <a:ext cx="3520440" cy="48920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99432" y="1554480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99432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99432" y="22860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철근 자동 결속 이동형 플랫폼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599432" y="29718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한이음 · 2025.04 – 2025.11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99432" y="35204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내 역할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99432" y="38404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STM32 모션 제어, 전원·결속기 전장 구성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99432" y="46634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성과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599432" y="498348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한이음 장려상, 한국생산제조학회 발표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101584" y="1325880"/>
            <a:ext cx="3520440" cy="48920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75904" y="1554480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75904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03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375904" y="22860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지뢰탐지 원격 로봇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375904" y="29718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한이음 · 2026.04 – 2026.11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375904" y="35204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내 역할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375904" y="38404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원격 제어 통신, 모터·그리퍼 펌웨어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375904" y="46634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성과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375904" y="498348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2026 한이음 출품 (결과 11월 발표)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스마트팜 ① 제어 계층 구조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PC 1대 · 라즈베리파이 3대 · MCU 5개로 역할을 나눈 분산 제어 구조 (4인 팀, 졸업작품)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926080" y="1783080"/>
            <a:ext cx="2286000" cy="7315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926080" y="18562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PC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21488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마스터 노드 · 작업 스케줄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 flipH="1">
            <a:off x="1417320" y="2514600"/>
            <a:ext cx="2651760" cy="54864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063240"/>
            <a:ext cx="1737360" cy="7315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라즈베리파이 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4290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파종 구역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69080" y="2514600"/>
            <a:ext cx="914" cy="54864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3063240"/>
            <a:ext cx="1737360" cy="7315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00400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라즈베리파이 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200400" y="34290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수확 구역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069080" y="2514600"/>
            <a:ext cx="2679192" cy="54864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79592" y="3063240"/>
            <a:ext cx="1737360" cy="7315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79592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라즈베리파이 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879592" y="34290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재배·양식 구역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257800" y="2395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ROS2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 flipH="1">
            <a:off x="1211580" y="3794760"/>
            <a:ext cx="205740" cy="59436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389120"/>
            <a:ext cx="1325880" cy="82296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46227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STM32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800600"/>
            <a:ext cx="1325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직교로봇·컨베이어1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 flipH="1">
            <a:off x="2647188" y="3794760"/>
            <a:ext cx="1421892" cy="59436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84248" y="4389120"/>
            <a:ext cx="1325880" cy="82296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984248" y="446227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STM32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984248" y="4800600"/>
            <a:ext cx="1325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컨베이어2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069080" y="3794760"/>
            <a:ext cx="13716" cy="59436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19856" y="4389120"/>
            <a:ext cx="1325880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419856" y="446227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Arduino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3419856" y="4800600"/>
            <a:ext cx="1325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스카라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069080" y="3794760"/>
            <a:ext cx="1449324" cy="59436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55464" y="4389120"/>
            <a:ext cx="1325880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855464" y="446227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OpenCR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4855464" y="4800600"/>
            <a:ext cx="1325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매니퓰레이터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748272" y="3794760"/>
            <a:ext cx="205740" cy="59436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91072" y="4389120"/>
            <a:ext cx="1325880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291072" y="446227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STM32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291072" y="4800600"/>
            <a:ext cx="1325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센서 허브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85800" y="39319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UART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5532120"/>
            <a:ext cx="201168" cy="20116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41248" y="54864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내가 담당한 범위 (장치 간 통신, 직교로봇·컨베이어 제어기)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8138160" y="1783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성과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8247888" y="2423160"/>
            <a:ext cx="0" cy="310896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56448" y="2350008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503920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2025.11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8503920" y="2560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한이음 드림업 공모전 장려상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8156448" y="3099816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503920" y="30358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2025.12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8503920" y="33101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WE-Meet 경진대회 우수상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8156448" y="3849624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503920" y="37856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2026.01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8503920" y="405993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지능형로봇 아이디어 경진대회 은상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8156448" y="4599432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503920" y="45354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2026.07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8503920" y="480974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ICROS 2026 학부생논문상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8156448" y="5349240"/>
            <a:ext cx="182880" cy="1828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503920" y="5285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2026.11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8503920" y="55595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2026 한이음 결과 발표 예정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스마트팜 ② 통신과 시퀀스 설계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라즈베리파이–STM32 UART 프레임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463040" cy="6400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SOF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시작 바이트 0xAA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03120" y="1783080"/>
            <a:ext cx="1463040" cy="6400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03120" y="17830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ID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2468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명령·상태 구분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0" y="1783080"/>
            <a:ext cx="1463040" cy="6400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0" y="17830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LEN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468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데이터 길이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212080" y="1783080"/>
            <a:ext cx="3108960" cy="6400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12080" y="1783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DATA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2468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명령 인자 / 상태값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12480" y="1783080"/>
            <a:ext cx="1463040" cy="6400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0" y="17830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CHK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2468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합계 하위 1바이트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8803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수신 측은 상태머신으로 한 바이트씩 해석하고, 체크섬이 맞는 프레임만 채택해 노이즈로 깨진 데이터를 걸러냅니다.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429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직교로봇 시퀀스와 단계 완료 신호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3886200"/>
            <a:ext cx="1627632" cy="8686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39502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원점복귀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34340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엔드스탑 기준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03704" y="4320540"/>
            <a:ext cx="201168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432304" y="3886200"/>
            <a:ext cx="1627632" cy="8686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432304" y="39502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축 이동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2432304" y="434340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스텝 펄스 제어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087368" y="4320540"/>
            <a:ext cx="201168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315968" y="3886200"/>
            <a:ext cx="1627632" cy="8686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315968" y="39502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자동 파종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315968" y="434340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트레이 칸별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71032" y="4320540"/>
            <a:ext cx="201168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199632" y="3886200"/>
            <a:ext cx="1627632" cy="8686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199632" y="39502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완료 플래그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6199632" y="434340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이벤트 생성·전송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854696" y="4320540"/>
            <a:ext cx="201168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083296" y="3886200"/>
            <a:ext cx="1627632" cy="8686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083296" y="39502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상위 확인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8083296" y="434340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마스터 노드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738360" y="4320540"/>
            <a:ext cx="201168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9966960" y="3886200"/>
            <a:ext cx="1627632" cy="8686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966960" y="39502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다음 공정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9966960" y="434340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이송 시작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5029200"/>
            <a:ext cx="3520440" cy="11887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77240" y="51389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컨베이어 제어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777240" y="5486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트레이를 감지하면 자동 구동, 정위치에 정지해 다음 공정과 맞물림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325112" y="5029200"/>
            <a:ext cx="3520440" cy="11887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553712" y="51389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상위 통신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4553712" y="5486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PC–라즈베리파이 3대를 ROS2로 연결해 장치 상태와 명령을 주고받음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8101584" y="5029200"/>
            <a:ext cx="3520440" cy="11887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330184" y="51389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배선</a:t>
            </a:r>
            <a:endParaRPr lang="en-US" sz="1500" dirty="0"/>
          </a:p>
        </p:txBody>
      </p:sp>
      <p:sp>
        <p:nvSpPr>
          <p:cNvPr id="52" name="Text 50"/>
          <p:cNvSpPr txBox="1"/>
          <p:nvPr/>
        </p:nvSpPr>
        <p:spPr>
          <a:xfrm>
            <a:off x="8330184" y="5486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제어기 · 드라이버 · 모터 · 센서 사이의 배선 구성과 정리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스마트팜 ③ 원점복귀 불량: 하드웨어 원인 분리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606040" cy="31546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54480"/>
            <a:ext cx="457200" cy="457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증상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2148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원점복귀 때 원점 신호가 입력되지 않아 모터가 계속 구동되고, 타이밍벨트가 마모됨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72968" y="2880360"/>
            <a:ext cx="173736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64992" y="1325880"/>
            <a:ext cx="2606040" cy="31546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93592" y="1554480"/>
            <a:ext cx="457200" cy="457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9359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93592" y="21488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1차 원인 · 기구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2606040"/>
            <a:ext cx="2148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구동부와 리밋스위치의 맞물림이 불안정. 팀이 기구를 수정하고, 호밍 동작과 센서 입력을 반복 검증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89320" y="2880360"/>
            <a:ext cx="173736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181344" y="1325880"/>
            <a:ext cx="2606040" cy="31546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9944" y="1554480"/>
            <a:ext cx="457200" cy="457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9944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9944" y="21488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2차 원인 · 배선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09944" y="2606040"/>
            <a:ext cx="2148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배선 정리 후 위치 틀어짐·정지가 재발. DMM 도통과 데이터시트 기준 전원·동작 조건 점검 후, 신호선·전원선 간섭을 의심해 신호선을 분리·절연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805672" y="2880360"/>
            <a:ext cx="173736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997696" y="1325880"/>
            <a:ext cx="2606040" cy="315468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26296" y="1554480"/>
            <a:ext cx="457200" cy="457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2629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226296" y="21488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재발 방지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226296" y="2606040"/>
            <a:ext cx="2148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같은 조건의 반복 호밍·주행 시험으로 재발 없음을 확인하고, 배선 정리 기준과 점검 순서를 팀에 공유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800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20회 반복 시험 결과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2120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20/20</a:t>
            </a:r>
            <a:endParaRPr lang="en-US" sz="3000" dirty="0"/>
          </a:p>
        </p:txBody>
      </p:sp>
      <p:sp>
        <p:nvSpPr>
          <p:cNvPr id="28" name="Text 26"/>
          <p:cNvSpPr txBox="1"/>
          <p:nvPr/>
        </p:nvSpPr>
        <p:spPr>
          <a:xfrm>
            <a:off x="1965960" y="521208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직교로봇 자동 파종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364992" y="52120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20/20</a:t>
            </a:r>
            <a:endParaRPr lang="en-US" sz="3000" dirty="0"/>
          </a:p>
        </p:txBody>
      </p:sp>
      <p:sp>
        <p:nvSpPr>
          <p:cNvPr id="30" name="Text 28"/>
          <p:cNvSpPr txBox="1"/>
          <p:nvPr/>
        </p:nvSpPr>
        <p:spPr>
          <a:xfrm>
            <a:off x="4782312" y="521208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단계 완료 신호 전달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355080" y="521208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코드 변경 없이 생긴 문제를 기구 → 전원 → 배선 순으로 분리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철근 자동 결속 이동형 플랫폼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궤도형 모바일 플랫폼 + xyz 직교로봇 + 자동 결속기로 건설 현장의 결속 작업을 자동화 (4인 팀, 한이음 장려상)</a:t>
            </a:r>
            <a:endParaRPr lang="en-US" sz="1600" dirty="0"/>
          </a:p>
        </p:txBody>
      </p:sp>
      <p:sp>
        <p:nvSpPr>
          <p:cNvPr id="4" name="사진 자리"/>
          <p:cNvSpPr/>
          <p:nvPr/>
        </p:nvSpPr>
        <p:spPr>
          <a:xfrm>
            <a:off x="548640" y="1783080"/>
            <a:ext cx="4754880" cy="4434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47548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사진 추가 영역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로봇 실물 / 전장부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0" y="1783080"/>
            <a:ext cx="1325880" cy="7315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0" y="18288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PC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669280" y="217627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결속 상태 판별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013448" y="2148840"/>
            <a:ext cx="155448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6451092" y="2560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TCP/IP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187184" y="1783080"/>
            <a:ext cx="1325880" cy="7315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87184" y="18288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라즈베리파이 5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187184" y="217627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영상 전송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31352" y="2148840"/>
            <a:ext cx="155448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7968996" y="2560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USB Serial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705088" y="1783080"/>
            <a:ext cx="1325880" cy="7315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705088" y="18288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STM32F446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705088" y="217627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모션 제어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049256" y="2148840"/>
            <a:ext cx="155448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9486900" y="2560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PUL·DIR / 릴레이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222992" y="1783080"/>
            <a:ext cx="1325880" cy="7315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222992" y="18288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구동부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222992" y="217627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스텝모터·결속기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0" y="29718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단일 배터리 전원 분배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669280" y="3474720"/>
            <a:ext cx="1463040" cy="777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69280" y="34747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배터리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+ 컨버터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 flipV="1">
            <a:off x="7150608" y="3529584"/>
            <a:ext cx="685800" cy="333756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863840" y="3364992"/>
            <a:ext cx="731520" cy="32918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863840" y="336499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24V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336499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궤도 구동부 모터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150608" y="3863340"/>
            <a:ext cx="685800" cy="50292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863840" y="3749040"/>
            <a:ext cx="731520" cy="32918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863840" y="374904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12V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732520" y="374904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직교로봇 스텝모터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150608" y="3863340"/>
            <a:ext cx="685800" cy="43434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863840" y="4133088"/>
            <a:ext cx="731520" cy="32918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863840" y="413308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5V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732520" y="413308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라즈베리파이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669280" y="4608576"/>
            <a:ext cx="365760" cy="3657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669280" y="4608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217920" y="457200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직교로봇 모션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7955280" y="457200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스텝모터 xyz 3축 구동, 엔드스탑 좌표 기준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669280" y="5084064"/>
            <a:ext cx="365760" cy="3657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669280" y="5084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217920" y="504748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결속기 제어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7955280" y="504748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결속기 회로를 릴레이로 개조해 STM32로 제어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5669280" y="5559552"/>
            <a:ext cx="365760" cy="3657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669280" y="5559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3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6217920" y="5522976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발열 대책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7955280" y="552297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배터리·드라이버·MCU 분할 배치, 쿨링팬 설치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5669280" y="605332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* 전원 구성·결속기 개조·발열 대책은 팀장과 공동 수행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지뢰탐지 원격 로봇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상황실의 버튼 명령으로 현장 모바일 플랫폼을 원격 조종 (2026 한이음 출품)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965960" cy="82296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상황실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2199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버튼 + STM32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32888" y="2194560"/>
            <a:ext cx="256032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1975104" y="2651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UART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07208" y="1783080"/>
            <a:ext cx="1965960" cy="82296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07208" y="18288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상황실 노트북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807208" y="222199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ROS2 노드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91456" y="2194560"/>
            <a:ext cx="256032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4233672" y="2651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ROS2 / Wi-Fi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65776" y="1783080"/>
            <a:ext cx="1965960" cy="82296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65776" y="18288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모바일 노트북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065776" y="222199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ROS2 노드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50024" y="2194560"/>
            <a:ext cx="256032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6492240" y="2651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UART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24344" y="1783080"/>
            <a:ext cx="1965960" cy="82296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24344" y="18288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모바일 STM32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324344" y="222199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명령 해석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308592" y="2194560"/>
            <a:ext cx="256032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8750808" y="2651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PWM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582912" y="1783080"/>
            <a:ext cx="1965960" cy="82296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582912" y="18288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모터 드라이버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582912" y="222199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DC모터 · 그리퍼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3154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명령 패킷 (5바이트, 50ms 주기)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48640" y="3611880"/>
            <a:ext cx="1261872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61188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0xAA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420624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시작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901952" y="3611880"/>
            <a:ext cx="1261872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901952" y="361188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SEQ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1901952" y="420624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순번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55264" y="3611880"/>
            <a:ext cx="1261872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255264" y="361188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BTN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3255264" y="420624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버튼 비트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608576" y="3611880"/>
            <a:ext cx="1261872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608576" y="361188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CRC-8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4608576" y="420624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오류 검출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961888" y="3611880"/>
            <a:ext cx="1261872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961888" y="361188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0x55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5961888" y="420624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종료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46634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펌웨어 모듈 구성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548640" y="5120640"/>
            <a:ext cx="1554480" cy="7315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48640" y="51663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명령 수신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55046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패킷·CRC 검증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249424" y="5120640"/>
            <a:ext cx="1554480" cy="7315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249424" y="51663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주행 제어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2249424" y="55046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버튼 → 방향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950208" y="5120640"/>
            <a:ext cx="1554480" cy="7315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3950208" y="51663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모터 드라이버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3950208" y="55046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PWM · DIR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650992" y="5120640"/>
            <a:ext cx="1554480" cy="7315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650992" y="51663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그리퍼 제어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5650992" y="55046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서보 PWM 2채널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548640" y="594360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통신이 일정 시간 끊기면 모터가 자동으로 정지하도록 설계 (fail-safe)</a:t>
            </a:r>
            <a:endParaRPr lang="en-US" sz="1300" dirty="0"/>
          </a:p>
        </p:txBody>
      </p:sp>
      <p:sp>
        <p:nvSpPr>
          <p:cNvPr id="57" name="사진 자리"/>
          <p:cNvSpPr/>
          <p:nvPr/>
        </p:nvSpPr>
        <p:spPr>
          <a:xfrm>
            <a:off x="7863840" y="3154680"/>
            <a:ext cx="3776472" cy="3063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58" name="Text 56"/>
          <p:cNvSpPr txBox="1"/>
          <p:nvPr/>
        </p:nvSpPr>
        <p:spPr>
          <a:xfrm>
            <a:off x="7863840" y="3154680"/>
            <a:ext cx="3776472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사진 추가 영역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모바일 플랫폼 실물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전공 역량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486400" cy="48920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77240" y="56692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2021.09–2023.03 군 복무 후 복학, 최근 4개 학기 평균 약 4.0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355080" y="1325880"/>
            <a:ext cx="2560320" cy="17830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0" y="1508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전기 · 전자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583680" y="18745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전기회로1 (A0)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디지털회로 (A0)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전자회로 (B+)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052560" y="1325880"/>
            <a:ext cx="2560320" cy="17830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281160" y="1508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제어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9281160" y="18745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제어공학 (A+)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시스템제어공학 (A+)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제어응용신호 (A+)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355080" y="3291840"/>
            <a:ext cx="2560320" cy="17830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83680" y="3474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임베디드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0" y="38404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마이크로컴퓨터구조 (B+)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마이크로컴퓨터응용 (A0)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PLC제어 (A0)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9052560" y="3291840"/>
            <a:ext cx="2560320" cy="17830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281160" y="3474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소프트웨어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9281160" y="38404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C프로그래밍2 (A+)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자료구조및알고리즘 (A0)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운영체제 (A+)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로봇프로그래밍 (A+)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355080" y="5257800"/>
            <a:ext cx="5257800" cy="96012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525780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전기기사 필기 합격 (2026.08)  ·  실기 2027.04 응시 예정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수상 · 학술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수상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2026.07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8288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ICROS 2026 학부생논문상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212140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제어로봇시스템학회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8716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2026.01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48716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지능형로봇 기술활용 아이디어 경진대회 은상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77977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지능형로봇 혁신융합대학 사업단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14553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2025.12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314553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WE-Meet 경진대회 우수상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43814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지능형로봇 혁신융합대학 사업단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80390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2025.11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80390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한이음 드림업 공모전 장려상 (스마트팜)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0965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한국정보산업연합회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6227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2025.11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4622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한이음 드림업 공모전 장려상 (철근 결속)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7548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한국정보산업연합회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1325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학회 발표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182880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2026.07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818120" y="182880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객체 검출 기반 철근 자동 결속 이동형 플랫폼 개발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818120" y="215798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한국생산제조학회 춘계학술대회 · 공동저자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28346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2026.07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818120" y="283464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AI기반 자원순환형 재배공정 시스템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818120" y="316382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제어로봇시스템학회 학술대회 · 공동저자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3520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연락처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766560" y="39319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010-9024-3930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lthsty79@gmail.com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github.com/thumb0907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766560" y="5029200"/>
            <a:ext cx="1417320" cy="1143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6766560" y="5029200"/>
            <a:ext cx="1417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영상 QR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스마트팜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458200" y="5029200"/>
            <a:ext cx="1417320" cy="1143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8458200" y="5029200"/>
            <a:ext cx="1417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영상 QR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철근 결속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lm Navy">
  <a:themeElements>
    <a:clrScheme name="Calm Navy">
      <a:dk1>
        <a:srgbClr val="222222"/>
      </a:dk1>
      <a:lt1>
        <a:srgbClr val="FFFFFF"/>
      </a:lt1>
      <a:dk2>
        <a:srgbClr val="3A4654"/>
      </a:dk2>
      <a:lt2>
        <a:srgbClr val="F5F6F8"/>
      </a:lt2>
      <a:accent1>
        <a:srgbClr val="2F4A66"/>
      </a:accent1>
      <a:accent2>
        <a:srgbClr val="4F6378"/>
      </a:accent2>
      <a:accent3>
        <a:srgbClr val="A3ABB4"/>
      </a:accent3>
      <a:accent4>
        <a:srgbClr val="E9EDF2"/>
      </a:accent4>
      <a:accent5>
        <a:srgbClr val="DCE0E5"/>
      </a:accent5>
      <a:accent6>
        <a:srgbClr val="6B7480"/>
      </a:accent6>
      <a:hlink>
        <a:srgbClr val="2F4A66"/>
      </a:hlink>
      <a:folHlink>
        <a:srgbClr val="6B7480"/>
      </a:folHlink>
    </a:clrScheme>
    <a:fontScheme name="Calm Navy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이태훈 전장·제어 / 장비 SW 포트폴리오</dc:title>
  <dc:subject>PptxGenJS Presentation</dc:subject>
  <dc:creator>PptxGenJS</dc:creator>
  <cp:lastModifiedBy>PptxGenJS</cp:lastModifiedBy>
  <cp:revision>1</cp:revision>
  <dcterms:created xsi:type="dcterms:W3CDTF">2026-10-29T09:47:44Z</dcterms:created>
  <dcterms:modified xsi:type="dcterms:W3CDTF">2026-10-29T09:47:44Z</dcterms:modified>
</cp:coreProperties>
</file>