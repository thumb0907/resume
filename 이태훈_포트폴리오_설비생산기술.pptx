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8f8d04c-9937-36ba-3bb5-60a7495385d6}">
          <p14:sldIdLst>
            <p14:sldId id="256"/>
          </p14:sldIdLst>
        </p14:section>
        <p14:section name="프로필" id="{ee4a57fb-35b7-6802-5d66-25aa3197d4b0}">
          <p14:sldIdLst>
            <p14:sldId id="257"/>
          </p14:sldIdLst>
        </p14:section>
        <p14:section name="프로젝트" id="{e2225c78-4e51-16f6-8ae0-99c14c4ea33b}">
          <p14:sldIdLst>
            <p14:sldId id="258"/>
          </p14:sldIdLst>
        </p14:section>
        <p14:section name="스마트팜" id="{17e0f0b8-bd7e-b59b-3b49-ce5da284b735}">
          <p14:sldIdLst>
            <p14:sldId id="259"/>
            <p14:sldId id="260"/>
            <p14:sldId id="261"/>
          </p14:sldIdLst>
        </p14:section>
        <p14:section name="철근 결속" id="{957791e4-4734-4972-efdf-d08837f45d37}">
          <p14:sldIdLst>
            <p14:sldId id="262"/>
          </p14:sldIdLst>
        </p14:section>
        <p14:section name="지뢰탐지" id="{5a6c1893-c292-614e-6775-dcd3ffe8317e}">
          <p14:sldIdLst>
            <p14:sldId id="263"/>
          </p14:sldIdLst>
        </p14:section>
        <p14:section name="전공" id="{7b30bf3f-ef49-3cf0-3be9-4ea5171eb0d9}">
          <p14:sldIdLst>
            <p14:sldId id="264"/>
          </p14:sldIdLst>
        </p14:section>
        <p14:section name="수상·학술" id="{de7c3eed-7029-fb1c-39a6-95721b984de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+mn-lt"/>
              </a:rPr>
              <a:t>학기별 평점 (4.5 만점)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학기 평점</c:v>
                </c:pt>
              </c:strCache>
            </c:strRef>
          </c:tx>
          <c:spPr>
            <a:solidFill>
              <a:srgbClr val="2F4A66"/>
            </a:solidFill>
            <a:ln w="38100" cap="flat">
              <a:solidFill>
                <a:srgbClr val="2F4A6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4A66"/>
              </a:solidFill>
              <a:ln w="9525" cap="flat">
                <a:solidFill>
                  <a:srgbClr val="2F4A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21-1</c:v>
                  </c:pt>
                  <c:pt idx="1">
                    <c:v>23-2</c:v>
                  </c:pt>
                  <c:pt idx="2">
                    <c:v>24-1</c:v>
                  </c:pt>
                  <c:pt idx="3">
                    <c:v>24-2</c:v>
                  </c:pt>
                  <c:pt idx="4">
                    <c:v>25-1</c:v>
                  </c:pt>
                  <c:pt idx="5">
                    <c:v>25-2</c:v>
                  </c:pt>
                  <c:pt idx="6">
                    <c:v>26-1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2.39</c:v>
                </c:pt>
                <c:pt idx="1">
                  <c:v>3.61</c:v>
                </c:pt>
                <c:pt idx="2">
                  <c:v>3.65</c:v>
                </c:pt>
                <c:pt idx="3">
                  <c:v>3.95</c:v>
                </c:pt>
                <c:pt idx="4">
                  <c:v>3.92</c:v>
                </c:pt>
                <c:pt idx="5">
                  <c:v>3.95</c:v>
                </c:pt>
                <c:pt idx="6">
                  <c:v>4.25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2"/>
        </c:scaling>
        <c:delete val="0"/>
        <c:axPos val="l"/>
        <c:majorGridlines>
          <c:spPr>
            <a:ln w="6350" cap="flat">
              <a:solidFill>
                <a:srgbClr val="DCE0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제목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이태훈  |  설비·생산기술 포트폴리오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제목</a:t>
            </a: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PORTFOLIO  ·  설비 / 생산기술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이태훈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통신부터 배선까지, 설비 전체 흐름을 보는 엔지니어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통신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제어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구동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4732020"/>
            <a:ext cx="5029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44805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배선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한국공학대학교 메카트로닉스공학과  ·  2027.02 졸업예정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5778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사진 자리"/>
          <p:cNvSpPr/>
          <p:nvPr/>
        </p:nvSpPr>
        <p:spPr>
          <a:xfrm>
            <a:off x="777240" y="1554480"/>
            <a:ext cx="1234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증명사진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이태훈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103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010-9024-3930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lthsty79@gmail.com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github.com/thumb0907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학력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한국공학대 메카트로닉스공학과 (2027.02 졸업예정)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부전공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785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지능형로봇전공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879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전공트랙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반도체공정시스템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902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전체 3.67 / 전공 3.82 (4.5 만점)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926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자격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전기기사 필기 합격 (2026.08), 운전면허 1종 보통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어학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OPIc 영어 IM1 (2026.01)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972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병역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797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육군 병장 만기제대 (2021.09–2023.03)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수상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학회 발표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966960" y="1325880"/>
            <a:ext cx="1600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6696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3.82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전공 평점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사용 툴 · 장비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3749040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 / C++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52560" y="3749040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4370832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STM32CubeIDE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052560" y="4370832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5256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Arduino IDE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4992624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Raspberry Pi 5 (Ubuntu)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052560" y="4992624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5256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ROS2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0" y="5614416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0" y="5614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052560" y="5614416"/>
            <a:ext cx="2514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52560" y="5614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DMM (멀티미터)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프로젝트 한눈에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2344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645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대표 프로젝트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자동화 아쿠아포닉스 스마트팜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졸업작품 · 2025.04 – 2026.12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컨베이어·직교로봇 제어, 장치 간 통신, 배선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장려상, WE-Meet 우수상, 지능형로봇 아이디어 경진대회 은상, ICROS 학부생논문상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5112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철근 자동 결속 이동형 플랫폼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한이음 · 2025.04 – 2025.11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직교로봇 모션, 전장 회로 구성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장려상, 한국생산제조학회 발표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01584" y="1325880"/>
            <a:ext cx="3520440" cy="4892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5904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2286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지뢰탐지 원격 로봇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한이음 · 2026.04 – 2026.11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내 역할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3840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원격 주행·그리퍼 제어, 통신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성과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75904" y="4983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한이음 출품 (결과 11월 발표)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① 전 공정 자동 이송 설비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파종부터 수확까지 컨베이어와 로봇으로 트레이를 자동 이송하는 아쿠아포닉스 스마트팜 (4인 팀, 졸업작품)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27632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트레이 감지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컨베이어1 구동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03704" y="230886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32304" y="1828800"/>
            <a:ext cx="1627632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32304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자동 파종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32304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직교로봇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87368" y="230886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15968" y="1828800"/>
            <a:ext cx="162763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발아실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적재·발아 판단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71032" y="230886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828800"/>
            <a:ext cx="162763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수경재배실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생육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230886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1828800"/>
            <a:ext cx="162763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3296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진동부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83296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컨베이어2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8360" y="230886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1828800"/>
            <a:ext cx="1627632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수확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3317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매니퓰레이터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182880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내가 담당한 공정</a:t>
            </a:r>
            <a:endParaRPr lang="en-US" sz="1200" dirty="0"/>
          </a:p>
        </p:txBody>
      </p:sp>
      <p:sp>
        <p:nvSpPr>
          <p:cNvPr id="29" name="사진 자리"/>
          <p:cNvSpPr/>
          <p:nvPr/>
        </p:nvSpPr>
        <p:spPr>
          <a:xfrm>
            <a:off x="548640" y="3429000"/>
            <a:ext cx="5577840" cy="2788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48640" y="3429000"/>
            <a:ext cx="5577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전체 설비 / 공정 라인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성과 타임라인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601968" y="4069080"/>
            <a:ext cx="0" cy="18745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0528" y="399592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2025.11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3931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한이음 드림업 공모전 장려상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10528" y="445312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2025.12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4389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WE-Meet 경진대회 우수상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10528" y="491032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0" y="4846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2026.01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818120" y="4846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지능형로봇 아이디어 경진대회 은상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10528" y="536752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0" y="5303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2026.07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818120" y="5303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ICROS 2026 학부생논문상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510528" y="5824728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0" y="5760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2026.11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818120" y="5760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한이음 결과 발표 예정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② 내가 한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3716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마스터 노드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2048256"/>
            <a:ext cx="0" cy="2926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240280" y="2048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ROS2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1089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591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라즈베리파이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3591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공정 구역별 노드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035808"/>
            <a:ext cx="0" cy="2926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240280" y="3035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 프레임 (체크섬)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31089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467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STM32F446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3467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시퀀스·센서 처리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4023360"/>
            <a:ext cx="0" cy="2926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240280" y="4023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PUL / DIR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31089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3425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스텝 드라이버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33425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펄스·방향 신호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5010912"/>
            <a:ext cx="0" cy="2926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240280" y="5010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모터 출력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31089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3218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구동부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53218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직교로봇·컨베이어 모터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346704"/>
            <a:ext cx="173736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3360" y="33467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센서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엔드스탑·트레이 감지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05072" y="3675888"/>
            <a:ext cx="-320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컨베이어 구동 제어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7190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트레이를 감지하면 자동 구동, 정위치에 정지해 다음 공정과 맞물리도록 구성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2395728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2350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직교로봇 시퀀스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원점복귀 → 축 이동 → 자동 파종 순서를 STM32와 스텝 드라이버로 구성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72200" y="3374136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33284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단계별 완료 신호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36758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작업이 끝나면 이벤트 플래그를 상위로 전달, 확인 후에 다음 공정이 시작되는 구조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72200" y="4352544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4306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장치 간 통신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46542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PC–라즈베리파이는 ROS2, 라즈베리파이–STM32는 체크섬 포함 UART 프레임으로 연결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72200" y="5330952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5285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배선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766560" y="56327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제어기 · 드라이버 · 모터 · 센서 사이의 배선 구성과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스마트팜 ③ 직교로봇 원점복귀 불량 해결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증상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원점복귀 때 원점 신호가 입력되지 않아 모터가 계속 구동되고, 타이밍벨트가 마모됨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72968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64992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1차 원인 · 기구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구동부와 리밋스위치의 맞물림이 불안정. 팀이 기구를 수정하고, 호밍 동작과 센서 입력을 반복 검증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81344" y="1325880"/>
            <a:ext cx="2606040" cy="3154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2차 원인 · 배선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배선 정리 후 위치 틀어짐·정지가 재발. DMM 도통과 데이터시트 기준 전원·동작 조건 점검 후, 신호선·전원선 간섭을 의심해 신호선을 분리·절연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05672" y="2880360"/>
            <a:ext cx="17373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7696" y="1325880"/>
            <a:ext cx="2606040" cy="31546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1554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262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148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재발 방지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60604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같은 조건의 반복 호밍·주행 시험으로 재발 없음을 확인하고, 배선 정리 기준과 점검 순서를 팀에 공유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20회 반복 시험 결과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20/20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직교로봇 자동 파종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364992" y="5212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20/20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782312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단계 완료 신호 전달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52120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측정 → 원인 분리 → 조치 → 반복 검증 → 기준 공유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철근 자동 결속 이동형 플랫폼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궤도형 모바일 플랫폼 + xyz 직교로봇 + 자동 결속기로 건설 현장의 결속 작업을 자동화 (4인 팀, 한이음 장려상)</a:t>
            </a:r>
            <a:endParaRPr lang="en-US" sz="1600" dirty="0"/>
          </a:p>
        </p:txBody>
      </p:sp>
      <p:sp>
        <p:nvSpPr>
          <p:cNvPr id="4" name="사진 자리"/>
          <p:cNvSpPr/>
          <p:nvPr/>
        </p:nvSpPr>
        <p:spPr>
          <a:xfrm>
            <a:off x="548640" y="1783080"/>
            <a:ext cx="47548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754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로봇 실물 / 전장부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단일 배터리 전원 분배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2514600"/>
            <a:ext cx="1463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배터리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컨버터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50608" y="2926080"/>
            <a:ext cx="685800" cy="-53035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63840" y="2194560"/>
            <a:ext cx="731520" cy="40233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1945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24V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1945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궤도 구동부 모터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50608" y="2926080"/>
            <a:ext cx="685800" cy="18288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63840" y="2743200"/>
            <a:ext cx="731520" cy="40233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27432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743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직교로봇 스텝모터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50608" y="2926080"/>
            <a:ext cx="685800" cy="566928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3291840"/>
            <a:ext cx="731520" cy="40233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329184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291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라즈베리파이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401421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직교로봇 모션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스텝모터로 xyz 3축 구동, 엔드스탑으로 좌표 기준 설정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470001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결속기 제어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버튼식 결속기 회로를 릴레이로 개조해 STM32 신호로 동작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0" y="538581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349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발열 대책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배터리·드라이버·MCU 분할 배치, 쿨링팬 설치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* 전원 구성·결속기 개조·발열 대책은 팀장과 공동 수행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지뢰탐지 원격 로봇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상황실의 버튼 명령으로 현장 모바일 플랫폼을 원격 조종 (2026 한이음 출품)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470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상황실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버튼 + STM32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32888" y="221742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975104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783080"/>
            <a:ext cx="1965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7208" y="18470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상황실 노트북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ROS2 노드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91456" y="221742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33672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ROS2 / Wi-Fi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783080"/>
            <a:ext cx="1965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65776" y="18470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모바일 노트북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ROS2 노드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50024" y="221742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4922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4344" y="1783080"/>
            <a:ext cx="1965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24344" y="18470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모바일 STM32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24344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명령 해석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08592" y="2217420"/>
            <a:ext cx="25603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750808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PWM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82912" y="1783080"/>
            <a:ext cx="1965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2912" y="18470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모터 드라이버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82912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DC모터 · 그리퍼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3383280" cy="13258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구동 제어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904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STM32와 MDD10A 드라이버로 24V DC모터 2개를 차동구동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60520" y="3246120"/>
            <a:ext cx="3383280" cy="13258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42900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434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원격 통신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3904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시퀀스 번호와 CRC-8을 넣은 5바이트 패킷을 50ms마다 전송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782312"/>
            <a:ext cx="3383280" cy="13258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965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234440" y="4965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안전 정지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통신이 일정 시간 끊기면 모터가 자동으로 정지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60520" y="4782312"/>
            <a:ext cx="3383280" cy="13258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400" y="4965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4340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846320" y="4965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그리퍼 제어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434340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서보 PWM 2채널로 로봇팔 말단 그리퍼 열기·닫기</a:t>
            </a:r>
            <a:endParaRPr lang="en-US" sz="1400" dirty="0"/>
          </a:p>
        </p:txBody>
      </p:sp>
      <p:sp>
        <p:nvSpPr>
          <p:cNvPr id="47" name="사진 자리"/>
          <p:cNvSpPr/>
          <p:nvPr/>
        </p:nvSpPr>
        <p:spPr>
          <a:xfrm>
            <a:off x="7863840" y="3246120"/>
            <a:ext cx="3776472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7863840" y="3246120"/>
            <a:ext cx="3776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사진 추가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모바일 플랫폼 실물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전공 역량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892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5669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2021.09–2023.03 군 복무 후 복학, 최근 4개 학기 평균 약 4.0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55080" y="132588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전기 · 전자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전기회로1 (A0)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디지털회로 (A0)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전자회로·실험 (B+)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052560" y="132588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11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제어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제어공학 (A+)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시스템제어공학 (A+)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PLC제어 (A0)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329184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반도체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886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반도체공정개론 (B+)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반도체장비특론 (B+)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반도체장비실습 (P)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52560" y="3291840"/>
            <a:ext cx="256032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8116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기계 · 설계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3886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공업역학 (A+)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종합설계기획 (A+)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종합설계1 (A+)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5257800"/>
            <a:ext cx="5257800" cy="96012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52578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전기기사 필기 합격 (2026.08)  ·  실기 2027.04 응시 예정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수상 · 학술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수상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ICROS 2026 학부생논문상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제어로봇시스템학회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지능형로봇 기술활용 아이디어 경진대회 은상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79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지능형로봇 혁신융합대학 사업단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145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WE-Meet 경진대회 우수상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38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지능형로봇 혁신융합대학 사업단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039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03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한이음 드림업 공모전 장려상 (스마트팜)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한국정보산업연합회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62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2025.11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62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한이음 드림업 공모전 장려상 (철근 결속)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한국정보산업연합회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학회 발표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8288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객체 검출 기반 철근 자동 결속 이동형 플랫폼 개발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2157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한국생산제조학회 춘계학술대회 · 공동저자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8346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2026.07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834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AI기반 자원순환형 재배공정 시스템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1638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제어로봇시스템학회 학술대회 · 공동저자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연락처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010-9024-3930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lthsty79@gmail.com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github.com/thumb0907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5029200"/>
            <a:ext cx="14173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766560" y="50292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영상 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스마트팜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58200" y="5029200"/>
            <a:ext cx="14173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8458200" y="50292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영상 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철근 결속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m Navy">
  <a:themeElements>
    <a:clrScheme name="Calm Navy">
      <a:dk1>
        <a:srgbClr val="222222"/>
      </a:dk1>
      <a:lt1>
        <a:srgbClr val="FFFFFF"/>
      </a:lt1>
      <a:dk2>
        <a:srgbClr val="3A4654"/>
      </a:dk2>
      <a:lt2>
        <a:srgbClr val="F5F6F8"/>
      </a:lt2>
      <a:accent1>
        <a:srgbClr val="2F4A66"/>
      </a:accent1>
      <a:accent2>
        <a:srgbClr val="4F6378"/>
      </a:accent2>
      <a:accent3>
        <a:srgbClr val="A3ABB4"/>
      </a:accent3>
      <a:accent4>
        <a:srgbClr val="E9EDF2"/>
      </a:accent4>
      <a:accent5>
        <a:srgbClr val="DCE0E5"/>
      </a:accent5>
      <a:accent6>
        <a:srgbClr val="6B7480"/>
      </a:accent6>
      <a:hlink>
        <a:srgbClr val="2F4A66"/>
      </a:hlink>
      <a:folHlink>
        <a:srgbClr val="6B7480"/>
      </a:folHlink>
    </a:clrScheme>
    <a:fontScheme name="Calm Nav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이태훈 설비·생산기술 포트폴리오</dc:title>
  <dc:subject>PptxGenJS Presentation</dc:subject>
  <dc:creator>PptxGenJS</dc:creator>
  <cp:lastModifiedBy>PptxGenJS</cp:lastModifiedBy>
  <cp:revision>1</cp:revision>
  <dcterms:created xsi:type="dcterms:W3CDTF">2026-10-29T09:39:52Z</dcterms:created>
  <dcterms:modified xsi:type="dcterms:W3CDTF">2026-10-29T09:39:52Z</dcterms:modified>
</cp:coreProperties>
</file>